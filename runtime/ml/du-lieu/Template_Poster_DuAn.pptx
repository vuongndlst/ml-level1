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151241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0689336" cy="18288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9866376" cy="8229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Be Vietnam Pro"/>
              </a:rPr>
              <a:t>[Tên dự án — một câu hỏi ngắn]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9866376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EFF6FF"/>
                </a:solidFill>
                <a:latin typeface="Be Vietnam Pro"/>
              </a:rPr>
              <a:t>Nhóm … · Lớp … · Machine Learning Level 1 · Trường THCS và THPT Đinh Thiện Lý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03120"/>
            <a:ext cx="479602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1 · Câu hỏi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4521708" cy="12801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Một câu hỏi trả lời được bằng dữ liệu. Ai dùng kết quả?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1828" y="2103120"/>
            <a:ext cx="479602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1828" y="210312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8988" y="217627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2 ·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8988" y="2697480"/>
            <a:ext cx="4521708" cy="12801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Nguồn · giấy phép · số dòng × cột · target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297680"/>
            <a:ext cx="479602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429768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7083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3 · Làm sạch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4521708" cy="2834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Vấn đề → số dòng → cách xử lý → lý do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1828" y="4297680"/>
            <a:ext cx="479602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1828" y="429768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8988" y="437083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4 · EDA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8988" y="4892040"/>
            <a:ext cx="4521708" cy="2834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Một biểu đồ + một nhận xét có số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8988" y="7315200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C2626"/>
                </a:solidFill>
                <a:latin typeface="Be Vietnam Pro"/>
              </a:rPr>
              <a:t>[dán biểu đồ ở đây]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8046720"/>
            <a:ext cx="479602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804672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811987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5 ·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8641080"/>
            <a:ext cx="4521708" cy="2834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Chia thế nào · ít nhất 2 model · so với mốc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1064240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C2626"/>
                </a:solidFill>
                <a:latin typeface="Be Vietnam Pro"/>
              </a:rPr>
              <a:t>[dán biểu đồ ở đây]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1828" y="8046720"/>
            <a:ext cx="479602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1828" y="804672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8988" y="811987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6 · Đánh giá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8988" y="8641080"/>
            <a:ext cx="4521708" cy="28346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Kiểu sai nào nguy hiểm? Đổi ngưỡng?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18988" y="11064240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DC2626"/>
                </a:solidFill>
                <a:latin typeface="Be Vietnam Pro"/>
              </a:rPr>
              <a:t>[dán biểu đồ ở đây]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11795760"/>
            <a:ext cx="479602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11480" y="1179576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1186891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7 · Kết luận và hạn chế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2390120"/>
            <a:ext cx="4521708" cy="1920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Trả lời câu hỏi · 3 hạn chế · khuyến nghị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1828" y="11795760"/>
            <a:ext cx="479602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1828" y="11795760"/>
            <a:ext cx="4796028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18988" y="11868912"/>
            <a:ext cx="4521708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Be Vietnam Pro"/>
              </a:rPr>
              <a:t>8 · Nhóm và nhật ký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8988" y="12390120"/>
            <a:ext cx="4521708" cy="1920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Vai trò · hỏi AI gì · kiểm chứng gì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/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Be Vietnam Pro"/>
              </a:rPr>
              <a:t>(chữ ≤ 40 từ · số liệu có đơn vị · hình có nhãn trục)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AF831D7C2E2E418D0110769DF2A3DB" ma:contentTypeVersion="19" ma:contentTypeDescription="Create a new document." ma:contentTypeScope="" ma:versionID="f29d3cd94e24a1fb1600f903cb264dba">
  <xsd:schema xmlns:xsd="http://www.w3.org/2001/XMLSchema" xmlns:xs="http://www.w3.org/2001/XMLSchema" xmlns:p="http://schemas.microsoft.com/office/2006/metadata/properties" xmlns:ns2="d25b268d-9f4b-45c1-9102-2acd60193a98" xmlns:ns3="bdfb7d68-29b1-4e96-ad48-6f9c8a7c97f0" targetNamespace="http://schemas.microsoft.com/office/2006/metadata/properties" ma:root="true" ma:fieldsID="91d7ec0da531f2eb693ff8cd88ae15ae" ns2:_="" ns3:_="">
    <xsd:import namespace="d25b268d-9f4b-45c1-9102-2acd60193a98"/>
    <xsd:import namespace="bdfb7d68-29b1-4e96-ad48-6f9c8a7c97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b268d-9f4b-45c1-9102-2acd60193a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134b42d-658f-4340-bb38-732894869a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b7d68-29b1-4e96-ad48-6f9c8a7c97f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d197b17-8fcf-4774-ba66-64c6e5e86efd}" ma:internalName="TaxCatchAll" ma:showField="CatchAllData" ma:web="bdfb7d68-29b1-4e96-ad48-6f9c8a7c97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fb7d68-29b1-4e96-ad48-6f9c8a7c97f0" xsi:nil="true"/>
    <lcf76f155ced4ddcb4097134ff3c332f xmlns="d25b268d-9f4b-45c1-9102-2acd60193a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10A9980-59D5-4C99-A4BF-50A0892BAC70}"/>
</file>

<file path=customXml/itemProps2.xml><?xml version="1.0" encoding="utf-8"?>
<ds:datastoreItem xmlns:ds="http://schemas.openxmlformats.org/officeDocument/2006/customXml" ds:itemID="{258461B3-BCB7-4E60-8FA0-89DA6706C42B}"/>
</file>

<file path=customXml/itemProps3.xml><?xml version="1.0" encoding="utf-8"?>
<ds:datastoreItem xmlns:ds="http://schemas.openxmlformats.org/officeDocument/2006/customXml" ds:itemID="{E3BCF049-E7C4-4B19-AF99-C34FB68DC3B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0x01010036AF831D7C2E2E418D0110769DF2A3DB</vt:lpwstr>
  </property>
</Properties>
</file>